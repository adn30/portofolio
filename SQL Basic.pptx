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Caveat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VE5qCMSwmiCmmfPEUy46I6WcQ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aveat-bold.fntdata"/><Relationship Id="rId6" Type="http://schemas.openxmlformats.org/officeDocument/2006/relationships/slide" Target="slides/slide1.xml"/><Relationship Id="rId18" Type="http://schemas.openxmlformats.org/officeDocument/2006/relationships/font" Target="fonts/Cave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77ccf7a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77ccf7a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77ccf7ae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77ccf7ae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7ccf7a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7ccf7a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7ccf7ae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7ccf7ae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77ccf7ae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77ccf7ae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7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NnuHv9-_kUdmJLXkdxXDLNFmBleExwx_AEl6CCzu5QA/edit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3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991150"/>
            <a:ext cx="5115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SQL Basic 2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b="0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Adin Nugroho)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26.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SQL Basic 2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3"/>
          <p:cNvSpPr txBox="1"/>
          <p:nvPr>
            <p:ph idx="1" type="subTitle"/>
          </p:nvPr>
        </p:nvSpPr>
        <p:spPr>
          <a:xfrm>
            <a:off x="311700" y="1098950"/>
            <a:ext cx="8520600" cy="155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Kamu sekarang memiliki tabel transaksi dari customer yang bertransaksi di Tokopaedi. Selanjutnya kamu diminta untuk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Tampilkan nama-nama konsumen segment Consumer yang pernah membeli meja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Tampilkan nama-nama konsumen dari segment Corporate dan Home Office yang berasal dari kota Los Angeles dan bertransaksi selama tahun 2018.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7ccf7ae8_0_0"/>
          <p:cNvSpPr txBox="1"/>
          <p:nvPr>
            <p:ph type="ctrTitle"/>
          </p:nvPr>
        </p:nvSpPr>
        <p:spPr>
          <a:xfrm>
            <a:off x="394975" y="150075"/>
            <a:ext cx="8520600" cy="9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=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Tampilkan nama-nama konsumen segment Consumer yang pernah membeli meja</a:t>
            </a:r>
            <a:r>
              <a:rPr lang="id" sz="2400"/>
              <a:t> </a:t>
            </a:r>
            <a:endParaRPr sz="2400"/>
          </a:p>
        </p:txBody>
      </p:sp>
      <p:sp>
        <p:nvSpPr>
          <p:cNvPr id="122" name="Google Shape;122;g3c77ccf7ae8_0_0"/>
          <p:cNvSpPr txBox="1"/>
          <p:nvPr>
            <p:ph idx="1" type="subTitle"/>
          </p:nvPr>
        </p:nvSpPr>
        <p:spPr>
          <a:xfrm>
            <a:off x="913025" y="1131975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FF0000"/>
                </a:solidFill>
              </a:rPr>
              <a:t>Query</a:t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id="123" name="Google Shape;123;g3c77ccf7ae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5" y="2571750"/>
            <a:ext cx="3751951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c77ccf7ae8_0_0"/>
          <p:cNvSpPr txBox="1"/>
          <p:nvPr>
            <p:ph idx="1" type="subTitle"/>
          </p:nvPr>
        </p:nvSpPr>
        <p:spPr>
          <a:xfrm>
            <a:off x="5621488" y="1173250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0000FF"/>
                </a:solidFill>
              </a:rPr>
              <a:t>Result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125" name="Google Shape;125;g3c77ccf7ae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238" y="1565654"/>
            <a:ext cx="4458025" cy="321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g3c77ccf7ae8_0_0"/>
          <p:cNvCxnSpPr/>
          <p:nvPr/>
        </p:nvCxnSpPr>
        <p:spPr>
          <a:xfrm>
            <a:off x="3701113" y="3176292"/>
            <a:ext cx="306600" cy="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77ccf7ae8_0_38"/>
          <p:cNvSpPr txBox="1"/>
          <p:nvPr>
            <p:ph type="ctrTitle"/>
          </p:nvPr>
        </p:nvSpPr>
        <p:spPr>
          <a:xfrm>
            <a:off x="394975" y="150075"/>
            <a:ext cx="8520600" cy="9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=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Tampilkan nama-nama konsumen segment Consumer yang pernah membeli meja</a:t>
            </a:r>
            <a:r>
              <a:rPr lang="id" sz="2400"/>
              <a:t> </a:t>
            </a:r>
            <a:endParaRPr sz="2400"/>
          </a:p>
        </p:txBody>
      </p:sp>
      <p:sp>
        <p:nvSpPr>
          <p:cNvPr id="132" name="Google Shape;132;g3c77ccf7ae8_0_38"/>
          <p:cNvSpPr txBox="1"/>
          <p:nvPr>
            <p:ph idx="1" type="subTitle"/>
          </p:nvPr>
        </p:nvSpPr>
        <p:spPr>
          <a:xfrm>
            <a:off x="3290263" y="1131975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0000FF"/>
                </a:solidFill>
              </a:rPr>
              <a:t>Result (Cont.)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133" name="Google Shape;133;g3c77ccf7ae8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37" y="1540300"/>
            <a:ext cx="4073475" cy="350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c77ccf7ae8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200" y="1847301"/>
            <a:ext cx="4571400" cy="27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77ccf7ae8_0_9"/>
          <p:cNvSpPr txBox="1"/>
          <p:nvPr>
            <p:ph type="ctrTitle"/>
          </p:nvPr>
        </p:nvSpPr>
        <p:spPr>
          <a:xfrm>
            <a:off x="394975" y="150075"/>
            <a:ext cx="8520600" cy="9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=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Tampilkan nama-nama konsumen dari segment Corporate dan Home Office yang berasal dari kota Los Angeles dan bertransaksi selama tahun 2018.</a:t>
            </a:r>
            <a:r>
              <a:rPr lang="id" sz="2400"/>
              <a:t> </a:t>
            </a:r>
            <a:endParaRPr sz="2400"/>
          </a:p>
        </p:txBody>
      </p:sp>
      <p:sp>
        <p:nvSpPr>
          <p:cNvPr id="140" name="Google Shape;140;g3c77ccf7ae8_0_9"/>
          <p:cNvSpPr txBox="1"/>
          <p:nvPr>
            <p:ph idx="1" type="subTitle"/>
          </p:nvPr>
        </p:nvSpPr>
        <p:spPr>
          <a:xfrm>
            <a:off x="913025" y="1173250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FF0000"/>
                </a:solidFill>
              </a:rPr>
              <a:t>Query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41" name="Google Shape;141;g3c77ccf7ae8_0_9"/>
          <p:cNvSpPr txBox="1"/>
          <p:nvPr>
            <p:ph idx="1" type="subTitle"/>
          </p:nvPr>
        </p:nvSpPr>
        <p:spPr>
          <a:xfrm>
            <a:off x="5621488" y="1173250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0000FF"/>
                </a:solidFill>
              </a:rPr>
              <a:t>Result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142" name="Google Shape;142;g3c77ccf7ae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" y="2515225"/>
            <a:ext cx="38262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c77ccf7ae8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138" y="1546425"/>
            <a:ext cx="4555681" cy="316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c77ccf7ae8_0_9"/>
          <p:cNvCxnSpPr/>
          <p:nvPr/>
        </p:nvCxnSpPr>
        <p:spPr>
          <a:xfrm>
            <a:off x="3783063" y="3000692"/>
            <a:ext cx="306600" cy="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7ccf7ae8_0_21"/>
          <p:cNvSpPr txBox="1"/>
          <p:nvPr>
            <p:ph type="ctrTitle"/>
          </p:nvPr>
        </p:nvSpPr>
        <p:spPr>
          <a:xfrm>
            <a:off x="394975" y="150075"/>
            <a:ext cx="8520600" cy="9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=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Tampilkan nama-nama konsumen dari segment Corporate dan Home Office yang berasal dari kota Los Angeles dan bertransaksi selama tahun 2018.</a:t>
            </a:r>
            <a:r>
              <a:rPr lang="id" sz="2400"/>
              <a:t> </a:t>
            </a:r>
            <a:endParaRPr sz="2400"/>
          </a:p>
        </p:txBody>
      </p:sp>
      <p:sp>
        <p:nvSpPr>
          <p:cNvPr id="150" name="Google Shape;150;g3c77ccf7ae8_0_21"/>
          <p:cNvSpPr txBox="1"/>
          <p:nvPr>
            <p:ph idx="1" type="subTitle"/>
          </p:nvPr>
        </p:nvSpPr>
        <p:spPr>
          <a:xfrm>
            <a:off x="3475265" y="1131975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0000FF"/>
                </a:solidFill>
              </a:rPr>
              <a:t>Result (Cont.)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151" name="Google Shape;151;g3c77ccf7ae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28" y="1630275"/>
            <a:ext cx="6029626" cy="32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7ccf7ae8_0_31"/>
          <p:cNvSpPr txBox="1"/>
          <p:nvPr>
            <p:ph type="ctrTitle"/>
          </p:nvPr>
        </p:nvSpPr>
        <p:spPr>
          <a:xfrm>
            <a:off x="394975" y="150075"/>
            <a:ext cx="8520600" cy="9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=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Tampilkan nama-nama konsumen dari segment Corporate dan Home Office yang berasal dari kota Los Angeles dan bertransaksi selama tahun 2018.</a:t>
            </a:r>
            <a:r>
              <a:rPr lang="id" sz="2400"/>
              <a:t> </a:t>
            </a:r>
            <a:endParaRPr sz="2400"/>
          </a:p>
        </p:txBody>
      </p:sp>
      <p:sp>
        <p:nvSpPr>
          <p:cNvPr id="157" name="Google Shape;157;g3c77ccf7ae8_0_31"/>
          <p:cNvSpPr txBox="1"/>
          <p:nvPr>
            <p:ph idx="1" type="subTitle"/>
          </p:nvPr>
        </p:nvSpPr>
        <p:spPr>
          <a:xfrm>
            <a:off x="3410509" y="1131975"/>
            <a:ext cx="19335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0000FF"/>
                </a:solidFill>
              </a:rPr>
              <a:t>Result (Cont.)</a:t>
            </a:r>
            <a:endParaRPr sz="2000">
              <a:solidFill>
                <a:srgbClr val="0000FF"/>
              </a:solidFill>
            </a:endParaRPr>
          </a:p>
        </p:txBody>
      </p:sp>
      <p:pic>
        <p:nvPicPr>
          <p:cNvPr id="158" name="Google Shape;158;g3c77ccf7ae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984" y="1560650"/>
            <a:ext cx="4922584" cy="32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