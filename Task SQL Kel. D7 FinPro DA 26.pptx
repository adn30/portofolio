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Nunito"/>
      <p:bold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hxdnOHYcZ14XZ7NHQpgpXKiaQk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35" Type="http://schemas.openxmlformats.org/officeDocument/2006/relationships/font" Target="fonts/Poppins-italic.fntdata"/><Relationship Id="rId12" Type="http://schemas.openxmlformats.org/officeDocument/2006/relationships/slide" Target="slides/slide7.xml"/><Relationship Id="rId34" Type="http://schemas.openxmlformats.org/officeDocument/2006/relationships/font" Target="fonts/Poppi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412ba3a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0412ba3aa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0412ba3a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0412ba3aa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412ba3aa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0412ba3aa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0412ba3aa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0412ba3aa_1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0412ba3aa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0412ba3aa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0412ba3aa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0412ba3aa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0412ba3aa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0412ba3aa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0412ba3aa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0412ba3aa_1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0412ba3a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0412ba3aa_1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0412ba3a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0412ba3aa_1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0412ba3aa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0412ba3aa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0412ba3aa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0412ba3aa_1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0412ba3aa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d0412ba3aa_1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0412ba3aa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0412ba3aa_1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0412ba3aa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0412ba3aa_1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0412ba3aa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0412ba3aa_1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0412ba3aa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d0412ba3aa_1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0412ba3aa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d0412ba3aa_1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0412ba3aa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d0412ba3aa_1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7" name="Google Shape;87;p1"/>
          <p:cNvCxnSpPr/>
          <p:nvPr/>
        </p:nvCxnSpPr>
        <p:spPr>
          <a:xfrm>
            <a:off x="17364075" y="6915141"/>
            <a:ext cx="0" cy="2610617"/>
          </a:xfrm>
          <a:prstGeom prst="straightConnector1">
            <a:avLst/>
          </a:prstGeom>
          <a:noFill/>
          <a:ln cap="flat" cmpd="sng" w="123825">
            <a:solidFill>
              <a:srgbClr val="BBC8B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88" name="Google Shape;88;p1"/>
          <p:cNvGrpSpPr/>
          <p:nvPr/>
        </p:nvGrpSpPr>
        <p:grpSpPr>
          <a:xfrm>
            <a:off x="13756206" y="-695176"/>
            <a:ext cx="6163724" cy="3266926"/>
            <a:chOff x="0" y="-47625"/>
            <a:chExt cx="1623368" cy="860425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623368" cy="812800"/>
            </a:xfrm>
            <a:custGeom>
              <a:rect b="b" l="l" r="r" t="t"/>
              <a:pathLst>
                <a:path extrusionOk="0"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582136" y="8181457"/>
            <a:ext cx="7059741" cy="3266926"/>
            <a:chOff x="0" y="-47625"/>
            <a:chExt cx="1859356" cy="860425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1859356" cy="812800"/>
            </a:xfrm>
            <a:custGeom>
              <a:rect b="b" l="l" r="r" t="t"/>
              <a:pathLst>
                <a:path extrusionOk="0"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771519" y="3012727"/>
            <a:ext cx="14745000" cy="3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8">
                <a:solidFill>
                  <a:srgbClr val="5F6F52"/>
                </a:solidFill>
              </a:rPr>
              <a:t>FINAL PROJECT</a:t>
            </a:r>
            <a:r>
              <a:rPr b="1" i="0" lang="en-US" sz="10508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0508">
                <a:solidFill>
                  <a:srgbClr val="5F6F52"/>
                </a:solidFill>
              </a:rPr>
              <a:t>SQL STUDY CASE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771519" y="6260447"/>
            <a:ext cx="14745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4">
                <a:latin typeface="Poppins"/>
                <a:ea typeface="Poppins"/>
                <a:cs typeface="Poppins"/>
                <a:sym typeface="Poppins"/>
              </a:rPr>
              <a:t>Kelompok D7 - FinPro Data Anlysis Batch 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"/>
          <p:cNvGrpSpPr/>
          <p:nvPr/>
        </p:nvGrpSpPr>
        <p:grpSpPr>
          <a:xfrm>
            <a:off x="-514350" y="-695177"/>
            <a:ext cx="7554582" cy="11915515"/>
            <a:chOff x="0" y="-47625"/>
            <a:chExt cx="1989671" cy="3138222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989671" cy="3090597"/>
            </a:xfrm>
            <a:custGeom>
              <a:rect b="b" l="l" r="r" t="t"/>
              <a:pathLst>
                <a:path extrusionOk="0" h="3090597" w="1989671">
                  <a:moveTo>
                    <a:pt x="0" y="0"/>
                  </a:moveTo>
                  <a:lnTo>
                    <a:pt x="1989671" y="0"/>
                  </a:lnTo>
                  <a:lnTo>
                    <a:pt x="1989671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47625"/>
              <a:ext cx="1989671" cy="3138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5479920" y="8206974"/>
            <a:ext cx="3086100" cy="3266926"/>
            <a:chOff x="0" y="-47625"/>
            <a:chExt cx="812800" cy="860425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457200" y="705532"/>
            <a:ext cx="77619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72">
                <a:solidFill>
                  <a:srgbClr val="303870"/>
                </a:solidFill>
              </a:rPr>
              <a:t>Our Team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66" y="5540128"/>
            <a:ext cx="33171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Muhammad Awaluddin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75" y="2695300"/>
            <a:ext cx="2844826" cy="28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3717366" y="5540128"/>
            <a:ext cx="331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Adin Nugroho</a:t>
            </a:r>
            <a:endParaRPr/>
          </a:p>
        </p:txBody>
      </p:sp>
      <p:pic>
        <p:nvPicPr>
          <p:cNvPr id="113" name="Google Shape;1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375" y="2695300"/>
            <a:ext cx="2844826" cy="28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7034466" y="5540128"/>
            <a:ext cx="331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Milza N Rosad</a:t>
            </a:r>
            <a:endParaRPr/>
          </a:p>
        </p:txBody>
      </p:sp>
      <p:pic>
        <p:nvPicPr>
          <p:cNvPr id="115" name="Google Shape;1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475" y="2695300"/>
            <a:ext cx="2844826" cy="28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0335935" y="5540116"/>
            <a:ext cx="331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Epifania N A S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9871" y="2453998"/>
            <a:ext cx="3086100" cy="308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 txBox="1"/>
          <p:nvPr/>
        </p:nvSpPr>
        <p:spPr>
          <a:xfrm>
            <a:off x="13941660" y="5596571"/>
            <a:ext cx="331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Della Silvi F</a:t>
            </a:r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5596" y="2510453"/>
            <a:ext cx="3086100" cy="308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3387610" y="9404316"/>
            <a:ext cx="3317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Niswatul Rizkiah</a:t>
            </a:r>
            <a:endParaRPr/>
          </a:p>
        </p:txBody>
      </p:sp>
      <p:pic>
        <p:nvPicPr>
          <p:cNvPr id="121" name="Google Shape;1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1546" y="6318198"/>
            <a:ext cx="3086100" cy="308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7436660" y="9404316"/>
            <a:ext cx="33171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Edwi Yolanda Husna</a:t>
            </a:r>
            <a:endParaRPr/>
          </a:p>
        </p:txBody>
      </p:sp>
      <p:pic>
        <p:nvPicPr>
          <p:cNvPr id="123" name="Google Shape;12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0596" y="6318198"/>
            <a:ext cx="3086100" cy="308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11276135" y="9404316"/>
            <a:ext cx="33171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Tiara Fitriannisha</a:t>
            </a:r>
            <a:endParaRPr/>
          </a:p>
        </p:txBody>
      </p:sp>
      <p:pic>
        <p:nvPicPr>
          <p:cNvPr id="125" name="Google Shape;12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0071" y="6318198"/>
            <a:ext cx="3086100" cy="308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3"/>
          <p:cNvGrpSpPr/>
          <p:nvPr/>
        </p:nvGrpSpPr>
        <p:grpSpPr>
          <a:xfrm>
            <a:off x="-1359220" y="2547928"/>
            <a:ext cx="21006441" cy="6710372"/>
            <a:chOff x="0" y="-47625"/>
            <a:chExt cx="5532561" cy="1767341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5532560" cy="1719716"/>
            </a:xfrm>
            <a:custGeom>
              <a:rect b="b" l="l" r="r" t="t"/>
              <a:pathLst>
                <a:path extrusionOk="0" h="1719716" w="5532560">
                  <a:moveTo>
                    <a:pt x="0" y="0"/>
                  </a:moveTo>
                  <a:lnTo>
                    <a:pt x="5532560" y="0"/>
                  </a:lnTo>
                  <a:lnTo>
                    <a:pt x="5532560" y="1719716"/>
                  </a:lnTo>
                  <a:lnTo>
                    <a:pt x="0" y="1719716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47625"/>
              <a:ext cx="5532561" cy="17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2820222" y="489953"/>
            <a:ext cx="126477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465739"/>
                </a:solidFill>
              </a:rPr>
              <a:t>Our Contents</a:t>
            </a: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2815673" y="3070604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952681" y="6058166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6334579" y="3070604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471588" y="6058166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2483742" y="485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Data Overview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4211575" y="7837634"/>
            <a:ext cx="3582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Question No. 3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002648" y="485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Table Scheme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8139656" y="7837634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Question No. 4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9853486" y="3070604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11990494" y="6058166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9521555" y="485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Question No. 1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1658563" y="7837634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Question No. 5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3372392" y="3070604"/>
            <a:ext cx="2099935" cy="1583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63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3040461" y="485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Question No. 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7"/>
          <p:cNvGrpSpPr/>
          <p:nvPr/>
        </p:nvGrpSpPr>
        <p:grpSpPr>
          <a:xfrm>
            <a:off x="-1438110" y="-553965"/>
            <a:ext cx="4170636" cy="11394937"/>
            <a:chOff x="0" y="-47625"/>
            <a:chExt cx="1098432" cy="3001116"/>
          </a:xfrm>
        </p:grpSpPr>
        <p:sp>
          <p:nvSpPr>
            <p:cNvPr id="156" name="Google Shape;156;p7"/>
            <p:cNvSpPr/>
            <p:nvPr/>
          </p:nvSpPr>
          <p:spPr>
            <a:xfrm>
              <a:off x="0" y="0"/>
              <a:ext cx="1098432" cy="2953491"/>
            </a:xfrm>
            <a:custGeom>
              <a:rect b="b" l="l" r="r" t="t"/>
              <a:pathLst>
                <a:path extrusionOk="0" h="2953491" w="1098432">
                  <a:moveTo>
                    <a:pt x="0" y="0"/>
                  </a:moveTo>
                  <a:lnTo>
                    <a:pt x="1098432" y="0"/>
                  </a:lnTo>
                  <a:lnTo>
                    <a:pt x="1098432" y="2953491"/>
                  </a:lnTo>
                  <a:lnTo>
                    <a:pt x="0" y="2953491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57" name="Google Shape;157;p7"/>
            <p:cNvSpPr txBox="1"/>
            <p:nvPr/>
          </p:nvSpPr>
          <p:spPr>
            <a:xfrm>
              <a:off x="0" y="-47625"/>
              <a:ext cx="1098432" cy="3001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7"/>
          <p:cNvSpPr txBox="1"/>
          <p:nvPr/>
        </p:nvSpPr>
        <p:spPr>
          <a:xfrm>
            <a:off x="-28897" y="276228"/>
            <a:ext cx="126477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465739"/>
                </a:solidFill>
              </a:rPr>
              <a:t>Data Overview</a:t>
            </a:r>
            <a:endParaRPr/>
          </a:p>
        </p:txBody>
      </p:sp>
      <p:pic>
        <p:nvPicPr>
          <p:cNvPr id="159" name="Google Shape;15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5145" y="3581650"/>
            <a:ext cx="7687725" cy="43563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60" name="Google Shape;16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5441" y="3149861"/>
            <a:ext cx="9525349" cy="521995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cxnSp>
        <p:nvCxnSpPr>
          <p:cNvPr id="161" name="Google Shape;161;p7"/>
          <p:cNvCxnSpPr>
            <a:stCxn id="159" idx="3"/>
            <a:endCxn id="160" idx="1"/>
          </p:cNvCxnSpPr>
          <p:nvPr/>
        </p:nvCxnSpPr>
        <p:spPr>
          <a:xfrm>
            <a:off x="7382580" y="5759838"/>
            <a:ext cx="11628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g3d0412ba3aa_1_23"/>
          <p:cNvGrpSpPr/>
          <p:nvPr/>
        </p:nvGrpSpPr>
        <p:grpSpPr>
          <a:xfrm>
            <a:off x="-1438110" y="-553965"/>
            <a:ext cx="4170636" cy="11395256"/>
            <a:chOff x="0" y="-47625"/>
            <a:chExt cx="1098432" cy="3001200"/>
          </a:xfrm>
        </p:grpSpPr>
        <p:sp>
          <p:nvSpPr>
            <p:cNvPr id="167" name="Google Shape;167;g3d0412ba3aa_1_23"/>
            <p:cNvSpPr/>
            <p:nvPr/>
          </p:nvSpPr>
          <p:spPr>
            <a:xfrm>
              <a:off x="0" y="0"/>
              <a:ext cx="1098432" cy="2953491"/>
            </a:xfrm>
            <a:custGeom>
              <a:rect b="b" l="l" r="r" t="t"/>
              <a:pathLst>
                <a:path extrusionOk="0" h="2953491" w="1098432">
                  <a:moveTo>
                    <a:pt x="0" y="0"/>
                  </a:moveTo>
                  <a:lnTo>
                    <a:pt x="1098432" y="0"/>
                  </a:lnTo>
                  <a:lnTo>
                    <a:pt x="1098432" y="2953491"/>
                  </a:lnTo>
                  <a:lnTo>
                    <a:pt x="0" y="2953491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68" name="Google Shape;168;g3d0412ba3aa_1_23"/>
            <p:cNvSpPr txBox="1"/>
            <p:nvPr/>
          </p:nvSpPr>
          <p:spPr>
            <a:xfrm>
              <a:off x="0" y="-47625"/>
              <a:ext cx="1098300" cy="300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g3d0412ba3aa_1_23"/>
          <p:cNvSpPr txBox="1"/>
          <p:nvPr/>
        </p:nvSpPr>
        <p:spPr>
          <a:xfrm>
            <a:off x="2371" y="276228"/>
            <a:ext cx="126477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465739"/>
                </a:solidFill>
              </a:rPr>
              <a:t>Data Overview</a:t>
            </a:r>
            <a:endParaRPr/>
          </a:p>
        </p:txBody>
      </p:sp>
      <p:pic>
        <p:nvPicPr>
          <p:cNvPr id="170" name="Google Shape;170;g3d0412ba3aa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53" y="2229599"/>
            <a:ext cx="9482175" cy="3235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71" name="Google Shape;171;g3d0412ba3aa_1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55" y="6778722"/>
            <a:ext cx="9520528" cy="14346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72" name="Google Shape;172;g3d0412ba3aa_1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0193" y="2229602"/>
            <a:ext cx="7696029" cy="32354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73" name="Google Shape;173;g3d0412ba3aa_1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468" y="5983799"/>
            <a:ext cx="7909749" cy="2831461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g3d0412ba3aa_1_37"/>
          <p:cNvGrpSpPr/>
          <p:nvPr/>
        </p:nvGrpSpPr>
        <p:grpSpPr>
          <a:xfrm>
            <a:off x="-1438110" y="-553965"/>
            <a:ext cx="4170636" cy="11395256"/>
            <a:chOff x="0" y="-47625"/>
            <a:chExt cx="1098432" cy="3001200"/>
          </a:xfrm>
        </p:grpSpPr>
        <p:sp>
          <p:nvSpPr>
            <p:cNvPr id="179" name="Google Shape;179;g3d0412ba3aa_1_37"/>
            <p:cNvSpPr/>
            <p:nvPr/>
          </p:nvSpPr>
          <p:spPr>
            <a:xfrm>
              <a:off x="0" y="0"/>
              <a:ext cx="1098432" cy="2953491"/>
            </a:xfrm>
            <a:custGeom>
              <a:rect b="b" l="l" r="r" t="t"/>
              <a:pathLst>
                <a:path extrusionOk="0" h="2953491" w="1098432">
                  <a:moveTo>
                    <a:pt x="0" y="0"/>
                  </a:moveTo>
                  <a:lnTo>
                    <a:pt x="1098432" y="0"/>
                  </a:lnTo>
                  <a:lnTo>
                    <a:pt x="1098432" y="2953491"/>
                  </a:lnTo>
                  <a:lnTo>
                    <a:pt x="0" y="2953491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80" name="Google Shape;180;g3d0412ba3aa_1_37"/>
            <p:cNvSpPr txBox="1"/>
            <p:nvPr/>
          </p:nvSpPr>
          <p:spPr>
            <a:xfrm>
              <a:off x="0" y="-47625"/>
              <a:ext cx="1098300" cy="300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g3d0412ba3aa_1_37"/>
          <p:cNvSpPr txBox="1"/>
          <p:nvPr/>
        </p:nvSpPr>
        <p:spPr>
          <a:xfrm>
            <a:off x="-19156" y="276228"/>
            <a:ext cx="126477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21">
                <a:solidFill>
                  <a:srgbClr val="465739"/>
                </a:solidFill>
              </a:rPr>
              <a:t>Data Overview</a:t>
            </a:r>
            <a:endParaRPr/>
          </a:p>
        </p:txBody>
      </p:sp>
      <p:pic>
        <p:nvPicPr>
          <p:cNvPr id="182" name="Google Shape;182;g3d0412ba3aa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224" y="1710824"/>
            <a:ext cx="8931545" cy="842377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5"/>
          <p:cNvGrpSpPr/>
          <p:nvPr/>
        </p:nvGrpSpPr>
        <p:grpSpPr>
          <a:xfrm>
            <a:off x="563137" y="-428490"/>
            <a:ext cx="6584375" cy="11354871"/>
            <a:chOff x="0" y="-47625"/>
            <a:chExt cx="1734156" cy="2990583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5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1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191" name="Google Shape;191;p5"/>
          <p:cNvGrpSpPr/>
          <p:nvPr/>
        </p:nvGrpSpPr>
        <p:grpSpPr>
          <a:xfrm rot="-5400000">
            <a:off x="1028700" y="9163260"/>
            <a:ext cx="472661" cy="472661"/>
            <a:chOff x="0" y="0"/>
            <a:chExt cx="812800" cy="812800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4" name="Google Shape;19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494" y="2980875"/>
            <a:ext cx="9875988" cy="43252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g3d0412ba3aa_1_50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00" name="Google Shape;200;g3d0412ba3aa_1_50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01" name="Google Shape;201;g3d0412ba3aa_1_50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d0412ba3aa_1_50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1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03" name="Google Shape;203;g3d0412ba3aa_1_50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04" name="Google Shape;204;g3d0412ba3aa_1_5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g3d0412ba3aa_1_5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6" name="Google Shape;206;g3d0412ba3aa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800" y="1796062"/>
            <a:ext cx="9329700" cy="6906300"/>
          </a:xfrm>
          <a:prstGeom prst="roundRect">
            <a:avLst>
              <a:gd fmla="val 10168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7" name="Google Shape;207;g3d0412ba3aa_1_50"/>
          <p:cNvSpPr txBox="1"/>
          <p:nvPr/>
        </p:nvSpPr>
        <p:spPr>
          <a:xfrm>
            <a:off x="7984192" y="104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d0412ba3aa_1_63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13" name="Google Shape;213;g3d0412ba3aa_1_63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14" name="Google Shape;214;g3d0412ba3aa_1_63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d0412ba3aa_1_63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1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16" name="Google Shape;216;g3d0412ba3aa_1_63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17" name="Google Shape;217;g3d0412ba3aa_1_6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g3d0412ba3aa_1_6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d0412ba3aa_1_63"/>
          <p:cNvSpPr txBox="1"/>
          <p:nvPr/>
        </p:nvSpPr>
        <p:spPr>
          <a:xfrm>
            <a:off x="7984192" y="104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/>
          </a:p>
        </p:txBody>
      </p:sp>
      <p:pic>
        <p:nvPicPr>
          <p:cNvPr id="220" name="Google Shape;220;g3d0412ba3aa_1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8800" y="1787227"/>
            <a:ext cx="8739600" cy="7672500"/>
          </a:xfrm>
          <a:prstGeom prst="roundRect">
            <a:avLst>
              <a:gd fmla="val 639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g3d0412ba3aa_1_76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26" name="Google Shape;226;g3d0412ba3aa_1_76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27" name="Google Shape;227;g3d0412ba3aa_1_76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g3d0412ba3aa_1_76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2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29" name="Google Shape;229;g3d0412ba3aa_1_76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30" name="Google Shape;230;g3d0412ba3aa_1_7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g3d0412ba3aa_1_7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g3d0412ba3aa_1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7200" y="3086100"/>
            <a:ext cx="10118600" cy="41148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3d0412ba3aa_1_88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38" name="Google Shape;238;g3d0412ba3aa_1_88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39" name="Google Shape;239;g3d0412ba3aa_1_88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g3d0412ba3aa_1_88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2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41" name="Google Shape;241;g3d0412ba3aa_1_88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42" name="Google Shape;242;g3d0412ba3aa_1_8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g3d0412ba3aa_1_8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g3d0412ba3aa_1_88"/>
          <p:cNvSpPr txBox="1"/>
          <p:nvPr/>
        </p:nvSpPr>
        <p:spPr>
          <a:xfrm>
            <a:off x="7282550" y="1594750"/>
            <a:ext cx="3000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</a:t>
            </a:r>
            <a:endParaRPr/>
          </a:p>
        </p:txBody>
      </p:sp>
      <p:pic>
        <p:nvPicPr>
          <p:cNvPr id="245" name="Google Shape;245;g3d0412ba3aa_1_88"/>
          <p:cNvPicPr preferRelativeResize="0"/>
          <p:nvPr/>
        </p:nvPicPr>
        <p:blipFill rotWithShape="1">
          <a:blip r:embed="rId3">
            <a:alphaModFix/>
          </a:blip>
          <a:srcRect b="0" l="0" r="58986" t="0"/>
          <a:stretch/>
        </p:blipFill>
        <p:spPr>
          <a:xfrm>
            <a:off x="4481100" y="2379750"/>
            <a:ext cx="8149200" cy="744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46" name="Google Shape;246;g3d0412ba3aa_1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0875" y="3008400"/>
            <a:ext cx="6373226" cy="5429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cxnSp>
        <p:nvCxnSpPr>
          <p:cNvPr id="247" name="Google Shape;247;g3d0412ba3aa_1_88"/>
          <p:cNvCxnSpPr>
            <a:endCxn id="246" idx="1"/>
          </p:cNvCxnSpPr>
          <p:nvPr/>
        </p:nvCxnSpPr>
        <p:spPr>
          <a:xfrm rot="-5400000">
            <a:off x="10831525" y="3440213"/>
            <a:ext cx="1139700" cy="819000"/>
          </a:xfrm>
          <a:prstGeom prst="curvedConnector2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48" name="Google Shape;248;g3d0412ba3aa_1_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00973" y="5120613"/>
            <a:ext cx="4286250" cy="2571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249" name="Google Shape;249;g3d0412ba3aa_1_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04674" y="5924417"/>
            <a:ext cx="4362450" cy="27146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cxnSp>
        <p:nvCxnSpPr>
          <p:cNvPr id="250" name="Google Shape;250;g3d0412ba3aa_1_88"/>
          <p:cNvCxnSpPr>
            <a:endCxn id="249" idx="1"/>
          </p:cNvCxnSpPr>
          <p:nvPr/>
        </p:nvCxnSpPr>
        <p:spPr>
          <a:xfrm>
            <a:off x="12167774" y="6358929"/>
            <a:ext cx="936900" cy="922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g3d0412ba3aa_1_88"/>
          <p:cNvCxnSpPr>
            <a:endCxn id="248" idx="1"/>
          </p:cNvCxnSpPr>
          <p:nvPr/>
        </p:nvCxnSpPr>
        <p:spPr>
          <a:xfrm flipH="1" rot="10800000">
            <a:off x="11416473" y="5249200"/>
            <a:ext cx="1084500" cy="4254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52" name="Google Shape;252;g3d0412ba3aa_1_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05650" y="8818575"/>
            <a:ext cx="5676900" cy="11620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cxnSp>
        <p:nvCxnSpPr>
          <p:cNvPr id="253" name="Google Shape;253;g3d0412ba3aa_1_88"/>
          <p:cNvCxnSpPr>
            <a:endCxn id="252" idx="1"/>
          </p:cNvCxnSpPr>
          <p:nvPr/>
        </p:nvCxnSpPr>
        <p:spPr>
          <a:xfrm flipH="1" rot="-5400000">
            <a:off x="10184600" y="7778550"/>
            <a:ext cx="1846800" cy="13953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g3d0412ba3aa_1_113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59" name="Google Shape;259;g3d0412ba3aa_1_113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60" name="Google Shape;260;g3d0412ba3aa_1_113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g3d0412ba3aa_1_113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2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62" name="Google Shape;262;g3d0412ba3aa_1_113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63" name="Google Shape;263;g3d0412ba3aa_1_1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g3d0412ba3aa_1_11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g3d0412ba3aa_1_113"/>
          <p:cNvSpPr txBox="1"/>
          <p:nvPr/>
        </p:nvSpPr>
        <p:spPr>
          <a:xfrm>
            <a:off x="7984192" y="278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/>
          </a:p>
        </p:txBody>
      </p:sp>
      <p:pic>
        <p:nvPicPr>
          <p:cNvPr id="266" name="Google Shape;266;g3d0412ba3aa_1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600" y="701364"/>
            <a:ext cx="8183400" cy="3799800"/>
          </a:xfrm>
          <a:prstGeom prst="roundRect">
            <a:avLst>
              <a:gd fmla="val 8933" name="adj"/>
            </a:avLst>
          </a:prstGeom>
          <a:noFill/>
          <a:ln>
            <a:noFill/>
          </a:ln>
        </p:spPr>
      </p:pic>
      <p:pic>
        <p:nvPicPr>
          <p:cNvPr id="267" name="Google Shape;267;g3d0412ba3aa_1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6699" y="3429003"/>
            <a:ext cx="7539900" cy="2982900"/>
          </a:xfrm>
          <a:prstGeom prst="roundRect">
            <a:avLst>
              <a:gd fmla="val 8070" name="adj"/>
            </a:avLst>
          </a:prstGeom>
          <a:noFill/>
          <a:ln>
            <a:noFill/>
          </a:ln>
        </p:spPr>
      </p:pic>
      <p:pic>
        <p:nvPicPr>
          <p:cNvPr id="268" name="Google Shape;268;g3d0412ba3aa_1_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650" y="6625920"/>
            <a:ext cx="8894014" cy="36610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g3d0412ba3aa_1_128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74" name="Google Shape;274;g3d0412ba3aa_1_128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75" name="Google Shape;275;g3d0412ba3aa_1_128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g3d0412ba3aa_1_128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77" name="Google Shape;277;g3d0412ba3aa_1_128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78" name="Google Shape;278;g3d0412ba3aa_1_1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g3d0412ba3aa_1_128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0" name="Google Shape;280;g3d0412ba3aa_1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650" y="2471050"/>
            <a:ext cx="9665876" cy="534490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g3d0412ba3aa_1_140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86" name="Google Shape;286;g3d0412ba3aa_1_140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287" name="Google Shape;287;g3d0412ba3aa_1_140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g3d0412ba3aa_1_140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289" name="Google Shape;289;g3d0412ba3aa_1_140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290" name="Google Shape;290;g3d0412ba3aa_1_1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g3d0412ba3aa_1_14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g3d0412ba3aa_1_140"/>
          <p:cNvSpPr txBox="1"/>
          <p:nvPr/>
        </p:nvSpPr>
        <p:spPr>
          <a:xfrm>
            <a:off x="7446642" y="1011797"/>
            <a:ext cx="27639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 - Point 1</a:t>
            </a:r>
            <a:endParaRPr/>
          </a:p>
        </p:txBody>
      </p:sp>
      <p:pic>
        <p:nvPicPr>
          <p:cNvPr id="293" name="Google Shape;293;g3d0412ba3aa_1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100" y="3231453"/>
            <a:ext cx="10933800" cy="2692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g3d0412ba3aa_1_153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299" name="Google Shape;299;g3d0412ba3aa_1_153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00" name="Google Shape;300;g3d0412ba3aa_1_153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g3d0412ba3aa_1_153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02" name="Google Shape;302;g3d0412ba3aa_1_153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03" name="Google Shape;303;g3d0412ba3aa_1_15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g3d0412ba3aa_1_15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g3d0412ba3aa_1_153"/>
          <p:cNvSpPr txBox="1"/>
          <p:nvPr/>
        </p:nvSpPr>
        <p:spPr>
          <a:xfrm>
            <a:off x="7984192" y="10400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 - Point 1</a:t>
            </a:r>
            <a:endParaRPr/>
          </a:p>
        </p:txBody>
      </p:sp>
      <p:pic>
        <p:nvPicPr>
          <p:cNvPr id="306" name="Google Shape;306;g3d0412ba3aa_1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8301" y="1463372"/>
            <a:ext cx="8429700" cy="8363100"/>
          </a:xfrm>
          <a:prstGeom prst="roundRect">
            <a:avLst>
              <a:gd fmla="val 541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g3d0412ba3aa_1_166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12" name="Google Shape;312;g3d0412ba3aa_1_166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13" name="Google Shape;313;g3d0412ba3aa_1_166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g3d0412ba3aa_1_166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15" name="Google Shape;315;g3d0412ba3aa_1_166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16" name="Google Shape;316;g3d0412ba3aa_1_16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g3d0412ba3aa_1_16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g3d0412ba3aa_1_166"/>
          <p:cNvSpPr txBox="1"/>
          <p:nvPr/>
        </p:nvSpPr>
        <p:spPr>
          <a:xfrm>
            <a:off x="7630406" y="196429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 - Point 1</a:t>
            </a:r>
            <a:endParaRPr/>
          </a:p>
        </p:txBody>
      </p:sp>
      <p:pic>
        <p:nvPicPr>
          <p:cNvPr id="319" name="Google Shape;319;g3d0412ba3aa_1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1700" y="674153"/>
            <a:ext cx="7912200" cy="6879600"/>
          </a:xfrm>
          <a:prstGeom prst="roundRect">
            <a:avLst>
              <a:gd fmla="val 5831" name="adj"/>
            </a:avLst>
          </a:prstGeom>
          <a:noFill/>
          <a:ln>
            <a:noFill/>
          </a:ln>
        </p:spPr>
      </p:pic>
      <p:pic>
        <p:nvPicPr>
          <p:cNvPr id="320" name="Google Shape;320;g3d0412ba3aa_1_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1700" y="7608175"/>
            <a:ext cx="7912200" cy="242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g3d0412ba3aa_1_180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26" name="Google Shape;326;g3d0412ba3aa_1_180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27" name="Google Shape;327;g3d0412ba3aa_1_180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g3d0412ba3aa_1_180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29" name="Google Shape;329;g3d0412ba3aa_1_180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30" name="Google Shape;330;g3d0412ba3aa_1_18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g3d0412ba3aa_1_18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g3d0412ba3aa_1_180"/>
          <p:cNvSpPr txBox="1"/>
          <p:nvPr/>
        </p:nvSpPr>
        <p:spPr>
          <a:xfrm>
            <a:off x="7351402" y="173600"/>
            <a:ext cx="3621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 - Point 2</a:t>
            </a:r>
            <a:endParaRPr/>
          </a:p>
        </p:txBody>
      </p:sp>
      <p:pic>
        <p:nvPicPr>
          <p:cNvPr id="333" name="Google Shape;333;g3d0412ba3aa_1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3050" y="867251"/>
            <a:ext cx="8345225" cy="2772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34" name="Google Shape;334;g3d0412ba3aa_1_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0500" y="3990875"/>
            <a:ext cx="4967700" cy="6143700"/>
          </a:xfrm>
          <a:prstGeom prst="roundRect">
            <a:avLst>
              <a:gd fmla="val 9116" name="adj"/>
            </a:avLst>
          </a:prstGeom>
          <a:noFill/>
          <a:ln>
            <a:noFill/>
          </a:ln>
        </p:spPr>
      </p:pic>
      <p:pic>
        <p:nvPicPr>
          <p:cNvPr id="335" name="Google Shape;335;g3d0412ba3aa_1_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3000" y="4992201"/>
            <a:ext cx="5715000" cy="3280200"/>
          </a:xfrm>
          <a:prstGeom prst="roundRect">
            <a:avLst>
              <a:gd fmla="val 1045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g3d0412ba3aa_1_195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41" name="Google Shape;341;g3d0412ba3aa_1_195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42" name="Google Shape;342;g3d0412ba3aa_1_195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g3d0412ba3aa_1_195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44" name="Google Shape;344;g3d0412ba3aa_1_195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45" name="Google Shape;345;g3d0412ba3aa_1_19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g3d0412ba3aa_1_19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g3d0412ba3aa_1_195"/>
          <p:cNvSpPr txBox="1"/>
          <p:nvPr/>
        </p:nvSpPr>
        <p:spPr>
          <a:xfrm>
            <a:off x="7336492" y="3161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 - Point 2</a:t>
            </a:r>
            <a:endParaRPr/>
          </a:p>
        </p:txBody>
      </p:sp>
      <p:pic>
        <p:nvPicPr>
          <p:cNvPr id="348" name="Google Shape;348;g3d0412ba3aa_1_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300" y="3082850"/>
            <a:ext cx="7429500" cy="6553200"/>
          </a:xfrm>
          <a:prstGeom prst="roundRect">
            <a:avLst>
              <a:gd fmla="val 6977" name="adj"/>
            </a:avLst>
          </a:prstGeom>
          <a:noFill/>
          <a:ln>
            <a:noFill/>
          </a:ln>
        </p:spPr>
      </p:pic>
      <p:pic>
        <p:nvPicPr>
          <p:cNvPr id="349" name="Google Shape;349;g3d0412ba3aa_1_1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0115" y="3124200"/>
            <a:ext cx="6828000" cy="6553200"/>
          </a:xfrm>
          <a:prstGeom prst="roundRect">
            <a:avLst>
              <a:gd fmla="val 538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g3d0412ba3aa_1_209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55" name="Google Shape;355;g3d0412ba3aa_1_209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56" name="Google Shape;356;g3d0412ba3aa_1_209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g3d0412ba3aa_1_209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3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58" name="Google Shape;358;g3d0412ba3aa_1_209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59" name="Google Shape;359;g3d0412ba3aa_1_20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d0412ba3aa_1_20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g3d0412ba3aa_1_209"/>
          <p:cNvSpPr txBox="1"/>
          <p:nvPr/>
        </p:nvSpPr>
        <p:spPr>
          <a:xfrm>
            <a:off x="7336492" y="316172"/>
            <a:ext cx="27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Result - Point 2</a:t>
            </a:r>
            <a:endParaRPr/>
          </a:p>
        </p:txBody>
      </p:sp>
      <p:pic>
        <p:nvPicPr>
          <p:cNvPr id="362" name="Google Shape;362;g3d0412ba3aa_1_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0650" y="2244427"/>
            <a:ext cx="9016700" cy="560417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g3d0412ba3aa_1_223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68" name="Google Shape;368;g3d0412ba3aa_1_223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69" name="Google Shape;369;g3d0412ba3aa_1_223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g3d0412ba3aa_1_223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4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71" name="Google Shape;371;g3d0412ba3aa_1_223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72" name="Google Shape;372;g3d0412ba3aa_1_2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g3d0412ba3aa_1_22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4" name="Google Shape;374;g3d0412ba3aa_1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9100" y="2571750"/>
            <a:ext cx="10492200" cy="55809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g3d0412ba3aa_1_235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80" name="Google Shape;380;g3d0412ba3aa_1_235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81" name="Google Shape;381;g3d0412ba3aa_1_235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g3d0412ba3aa_1_235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4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83" name="Google Shape;383;g3d0412ba3aa_1_235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84" name="Google Shape;384;g3d0412ba3aa_1_2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d0412ba3aa_1_23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g3d0412ba3aa_1_235"/>
          <p:cNvSpPr txBox="1"/>
          <p:nvPr/>
        </p:nvSpPr>
        <p:spPr>
          <a:xfrm>
            <a:off x="7408555" y="535550"/>
            <a:ext cx="4326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 and Result</a:t>
            </a:r>
            <a:endParaRPr/>
          </a:p>
        </p:txBody>
      </p:sp>
      <p:pic>
        <p:nvPicPr>
          <p:cNvPr id="387" name="Google Shape;387;g3d0412ba3aa_1_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3950" y="1134150"/>
            <a:ext cx="9330149" cy="5894950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88" name="Google Shape;388;g3d0412ba3aa_1_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8550" y="7633650"/>
            <a:ext cx="10782300" cy="11450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g3d0412ba3aa_1_249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394" name="Google Shape;394;g3d0412ba3aa_1_249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395" name="Google Shape;395;g3d0412ba3aa_1_249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g3d0412ba3aa_1_249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5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397" name="Google Shape;397;g3d0412ba3aa_1_249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398" name="Google Shape;398;g3d0412ba3aa_1_24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g3d0412ba3aa_1_24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0" name="Google Shape;400;g3d0412ba3aa_1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6850" y="2324100"/>
            <a:ext cx="9362649" cy="514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g3d0412ba3aa_1_261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406" name="Google Shape;406;g3d0412ba3aa_1_261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407" name="Google Shape;407;g3d0412ba3aa_1_261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g3d0412ba3aa_1_261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5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409" name="Google Shape;409;g3d0412ba3aa_1_261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410" name="Google Shape;410;g3d0412ba3aa_1_26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g3d0412ba3aa_1_261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g3d0412ba3aa_1_261"/>
          <p:cNvSpPr txBox="1"/>
          <p:nvPr/>
        </p:nvSpPr>
        <p:spPr>
          <a:xfrm>
            <a:off x="7294249" y="249800"/>
            <a:ext cx="5431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 and Result - Point 1</a:t>
            </a:r>
            <a:endParaRPr/>
          </a:p>
        </p:txBody>
      </p:sp>
      <p:pic>
        <p:nvPicPr>
          <p:cNvPr id="413" name="Google Shape;413;g3d0412ba3aa_1_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700" y="856450"/>
            <a:ext cx="10547100" cy="4268100"/>
          </a:xfrm>
          <a:prstGeom prst="roundRect">
            <a:avLst>
              <a:gd fmla="val 10610" name="adj"/>
            </a:avLst>
          </a:prstGeom>
          <a:noFill/>
          <a:ln>
            <a:noFill/>
          </a:ln>
        </p:spPr>
      </p:pic>
      <p:pic>
        <p:nvPicPr>
          <p:cNvPr id="414" name="Google Shape;414;g3d0412ba3aa_1_2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5750" y="5276850"/>
            <a:ext cx="10547100" cy="3643800"/>
          </a:xfrm>
          <a:prstGeom prst="roundRect">
            <a:avLst>
              <a:gd fmla="val 11382" name="adj"/>
            </a:avLst>
          </a:prstGeom>
          <a:noFill/>
          <a:ln>
            <a:noFill/>
          </a:ln>
        </p:spPr>
      </p:pic>
      <p:cxnSp>
        <p:nvCxnSpPr>
          <p:cNvPr id="415" name="Google Shape;415;g3d0412ba3aa_1_261"/>
          <p:cNvCxnSpPr/>
          <p:nvPr/>
        </p:nvCxnSpPr>
        <p:spPr>
          <a:xfrm flipH="1">
            <a:off x="15411300" y="3124200"/>
            <a:ext cx="19200" cy="3219600"/>
          </a:xfrm>
          <a:prstGeom prst="straightConnector1">
            <a:avLst/>
          </a:prstGeom>
          <a:noFill/>
          <a:ln cap="flat" cmpd="sng" w="2286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g3d0412ba3aa_1_277"/>
          <p:cNvGrpSpPr/>
          <p:nvPr/>
        </p:nvGrpSpPr>
        <p:grpSpPr>
          <a:xfrm>
            <a:off x="563137" y="-428491"/>
            <a:ext cx="6584964" cy="11355389"/>
            <a:chOff x="0" y="-47625"/>
            <a:chExt cx="1734300" cy="2990700"/>
          </a:xfrm>
        </p:grpSpPr>
        <p:sp>
          <p:nvSpPr>
            <p:cNvPr id="421" name="Google Shape;421;g3d0412ba3aa_1_277"/>
            <p:cNvSpPr/>
            <p:nvPr/>
          </p:nvSpPr>
          <p:spPr>
            <a:xfrm>
              <a:off x="0" y="0"/>
              <a:ext cx="1734156" cy="2942958"/>
            </a:xfrm>
            <a:custGeom>
              <a:rect b="b" l="l" r="r" t="t"/>
              <a:pathLst>
                <a:path extrusionOk="0"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422" name="Google Shape;422;g3d0412ba3aa_1_277"/>
            <p:cNvSpPr txBox="1"/>
            <p:nvPr/>
          </p:nvSpPr>
          <p:spPr>
            <a:xfrm>
              <a:off x="0" y="-47625"/>
              <a:ext cx="1734300" cy="29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3" name="Google Shape;423;g3d0412ba3aa_1_277"/>
          <p:cNvSpPr txBox="1"/>
          <p:nvPr/>
        </p:nvSpPr>
        <p:spPr>
          <a:xfrm>
            <a:off x="1028700" y="1134148"/>
            <a:ext cx="6118800" cy="3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Question</a:t>
            </a:r>
            <a:endParaRPr b="1" sz="9051">
              <a:solidFill>
                <a:srgbClr val="465739"/>
              </a:solidFill>
            </a:endParaRPr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51">
                <a:solidFill>
                  <a:srgbClr val="465739"/>
                </a:solidFill>
              </a:rPr>
              <a:t>No. 5</a:t>
            </a:r>
            <a:endParaRPr b="1" sz="9051">
              <a:solidFill>
                <a:srgbClr val="465739"/>
              </a:solidFill>
            </a:endParaRPr>
          </a:p>
        </p:txBody>
      </p:sp>
      <p:grpSp>
        <p:nvGrpSpPr>
          <p:cNvPr id="424" name="Google Shape;424;g3d0412ba3aa_1_277"/>
          <p:cNvGrpSpPr/>
          <p:nvPr/>
        </p:nvGrpSpPr>
        <p:grpSpPr>
          <a:xfrm rot="-5400000">
            <a:off x="1028700" y="9163278"/>
            <a:ext cx="472643" cy="472643"/>
            <a:chOff x="0" y="0"/>
            <a:chExt cx="812800" cy="812800"/>
          </a:xfrm>
        </p:grpSpPr>
        <p:sp>
          <p:nvSpPr>
            <p:cNvPr id="425" name="Google Shape;425;g3d0412ba3aa_1_27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d0412ba3aa_1_27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7" name="Google Shape;427;g3d0412ba3aa_1_277"/>
          <p:cNvSpPr txBox="1"/>
          <p:nvPr/>
        </p:nvSpPr>
        <p:spPr>
          <a:xfrm>
            <a:off x="7294249" y="249800"/>
            <a:ext cx="5431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1">
                <a:solidFill>
                  <a:srgbClr val="465739"/>
                </a:solidFill>
                <a:latin typeface="Poppins"/>
                <a:ea typeface="Poppins"/>
                <a:cs typeface="Poppins"/>
                <a:sym typeface="Poppins"/>
              </a:rPr>
              <a:t>SQL Query and Result - Point 2</a:t>
            </a:r>
            <a:endParaRPr/>
          </a:p>
        </p:txBody>
      </p:sp>
      <p:pic>
        <p:nvPicPr>
          <p:cNvPr id="428" name="Google Shape;428;g3d0412ba3aa_1_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250" y="907125"/>
            <a:ext cx="5974500" cy="5651400"/>
          </a:xfrm>
          <a:prstGeom prst="roundRect">
            <a:avLst>
              <a:gd fmla="val 8850" name="adj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429" name="Google Shape;429;g3d0412ba3aa_1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6875" y="4477650"/>
            <a:ext cx="4453200" cy="5158200"/>
          </a:xfrm>
          <a:prstGeom prst="roundRect">
            <a:avLst>
              <a:gd fmla="val 10899" name="adj"/>
            </a:avLst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cxnSp>
        <p:nvCxnSpPr>
          <p:cNvPr id="430" name="Google Shape;430;g3d0412ba3aa_1_277"/>
          <p:cNvCxnSpPr/>
          <p:nvPr/>
        </p:nvCxnSpPr>
        <p:spPr>
          <a:xfrm flipH="1" rot="-5400000">
            <a:off x="13301975" y="2928450"/>
            <a:ext cx="1839000" cy="1829400"/>
          </a:xfrm>
          <a:prstGeom prst="curvedConnector3">
            <a:avLst>
              <a:gd fmla="val 8197" name="adj1"/>
            </a:avLst>
          </a:prstGeom>
          <a:noFill/>
          <a:ln cap="flat" cmpd="sng" w="1143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15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436" name="Google Shape;43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8" name="Google Shape;438;p15"/>
          <p:cNvCxnSpPr/>
          <p:nvPr/>
        </p:nvCxnSpPr>
        <p:spPr>
          <a:xfrm>
            <a:off x="17364075" y="6915141"/>
            <a:ext cx="0" cy="2610617"/>
          </a:xfrm>
          <a:prstGeom prst="straightConnector1">
            <a:avLst/>
          </a:prstGeom>
          <a:noFill/>
          <a:ln cap="flat" cmpd="sng" w="123825">
            <a:solidFill>
              <a:srgbClr val="BBC8B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439" name="Google Shape;439;p15"/>
          <p:cNvGrpSpPr/>
          <p:nvPr/>
        </p:nvGrpSpPr>
        <p:grpSpPr>
          <a:xfrm>
            <a:off x="13756206" y="-695176"/>
            <a:ext cx="6163724" cy="3266926"/>
            <a:chOff x="0" y="-47625"/>
            <a:chExt cx="1623368" cy="860425"/>
          </a:xfrm>
        </p:grpSpPr>
        <p:sp>
          <p:nvSpPr>
            <p:cNvPr id="440" name="Google Shape;440;p15"/>
            <p:cNvSpPr/>
            <p:nvPr/>
          </p:nvSpPr>
          <p:spPr>
            <a:xfrm>
              <a:off x="0" y="0"/>
              <a:ext cx="1623368" cy="812800"/>
            </a:xfrm>
            <a:custGeom>
              <a:rect b="b" l="l" r="r" t="t"/>
              <a:pathLst>
                <a:path extrusionOk="0"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441" name="Google Shape;441;p15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" name="Google Shape;442;p15"/>
          <p:cNvGrpSpPr/>
          <p:nvPr/>
        </p:nvGrpSpPr>
        <p:grpSpPr>
          <a:xfrm>
            <a:off x="-2582136" y="8181457"/>
            <a:ext cx="7059741" cy="3266926"/>
            <a:chOff x="0" y="-47625"/>
            <a:chExt cx="1859356" cy="860425"/>
          </a:xfrm>
        </p:grpSpPr>
        <p:sp>
          <p:nvSpPr>
            <p:cNvPr id="443" name="Google Shape;443;p15"/>
            <p:cNvSpPr/>
            <p:nvPr/>
          </p:nvSpPr>
          <p:spPr>
            <a:xfrm>
              <a:off x="0" y="0"/>
              <a:ext cx="1859356" cy="812800"/>
            </a:xfrm>
            <a:custGeom>
              <a:rect b="b" l="l" r="r" t="t"/>
              <a:pathLst>
                <a:path extrusionOk="0"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  <a:ln>
              <a:noFill/>
            </a:ln>
          </p:spPr>
        </p:sp>
        <p:sp>
          <p:nvSpPr>
            <p:cNvPr id="444" name="Google Shape;444;p15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15"/>
          <p:cNvSpPr txBox="1"/>
          <p:nvPr/>
        </p:nvSpPr>
        <p:spPr>
          <a:xfrm>
            <a:off x="1771519" y="1990725"/>
            <a:ext cx="14744962" cy="726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9" u="none" cap="none" strike="noStrike">
                <a:solidFill>
                  <a:srgbClr val="5F6F5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